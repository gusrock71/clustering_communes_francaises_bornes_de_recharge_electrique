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en 7 etapes : (1) 4 sources publiques externes (IRVE quotidien, immatriculations SDES et Enedis annuels, referentiels geographiques) -&gt; (2) ingestion Python vers une landing zone S3, avec verification automatique de fraicheur sur le filtre Enedis -&gt; (3) chargement des CSV bruts dans Postgres/Neon -&gt; (4) transformation dbt (nettoyage IRVE, jointure territoriale par commune, feature engineering) produisant mart_clustering_dataset sur 32101 communes -&gt; (5) clustering K-Means (k=4) avec tracking MLflow -&gt; (6) API FastAPI en lecture seule deployee sur Cloud Run -&gt; (7) application Streamlit (recherche de commune + carte interactive coloree par cluster). 108 tests automatises couvrent l'ensemble de la chaine ; code sur GitHub, decisions documentees sur Notion.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data — bornes de recharge 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évaluation des besoins en bornes de recharge VE par approche sectorielle géographique</a:t>
            </a:r>
            <a:endParaRPr lang="en-US" sz="1400" dirty="0"/>
          </a:p>
        </p:txBody>
      </p:sp>
      <p:pic>
        <p:nvPicPr>
          <p:cNvPr id="4" name="Image 0" descr="/sessions/epic-ecstatic-sagan/mnt/outputs/pipeline_diagram_no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939" y="1188720"/>
            <a:ext cx="10209817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2026-08-27T14:51:33Z</dcterms:created>
  <dcterms:modified xsi:type="dcterms:W3CDTF">2026-08-27T14:51:33Z</dcterms:modified>
</cp:coreProperties>
</file>